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9f+lecQ2FzD904Bb1dE6ipriL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5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5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5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5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2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2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2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2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2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2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2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2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3537150" y="1578400"/>
            <a:ext cx="50175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IMPORTANCE PERFORMANCE ANALYSIS PRESENTATION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1" lang="en" sz="2500">
                <a:latin typeface="Arial"/>
                <a:ea typeface="Arial"/>
                <a:cs typeface="Arial"/>
                <a:sym typeface="Arial"/>
              </a:rPr>
              <a:t>University of Alabama-Huntsville</a:t>
            </a:r>
            <a:endParaRPr b="1" i="1"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5083950" y="3938600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2738"/>
              <a:buNone/>
            </a:pPr>
            <a:r>
              <a:rPr i="1" lang="en" sz="2900">
                <a:latin typeface="Arial"/>
                <a:ea typeface="Arial"/>
                <a:cs typeface="Arial"/>
                <a:sym typeface="Arial"/>
              </a:rPr>
              <a:t>By Misheck Malangano</a:t>
            </a:r>
            <a:endParaRPr i="1" sz="2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359325" y="131350"/>
            <a:ext cx="8655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300">
                <a:latin typeface="Arial"/>
                <a:ea typeface="Arial"/>
                <a:cs typeface="Arial"/>
                <a:sym typeface="Arial"/>
              </a:rPr>
              <a:t>UNIVERSITY OF ALABAMA- HUNTSVILLE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359325" y="1138575"/>
            <a:ext cx="39555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2600"/>
              <a:t>QUICK FACTS</a:t>
            </a:r>
            <a:endParaRPr b="1" sz="2600"/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Located in Huntsville, Alabama.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89 Degrees offered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9237 Total Student Enrollment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48 Countries of Origin.</a:t>
            </a:r>
            <a:endParaRPr sz="2600"/>
          </a:p>
        </p:txBody>
      </p:sp>
      <p:pic>
        <p:nvPicPr>
          <p:cNvPr id="142" name="Google Shape;1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0400" y="1138575"/>
            <a:ext cx="4535701" cy="359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type="title"/>
          </p:nvPr>
        </p:nvSpPr>
        <p:spPr>
          <a:xfrm>
            <a:off x="1067000" y="393750"/>
            <a:ext cx="72693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INTRODUCTION/BACKGROUND</a:t>
            </a:r>
            <a:endParaRPr b="1" sz="3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>
            <p:ph idx="1" type="body"/>
          </p:nvPr>
        </p:nvSpPr>
        <p:spPr>
          <a:xfrm>
            <a:off x="957575" y="1217475"/>
            <a:ext cx="7770000" cy="3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The data is based on the Importance and Performance of University of Alabama-Huntsville.</a:t>
            </a:r>
            <a:endParaRPr sz="3100"/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The data is based off a group of 87 survey Participants who attend University of Alabama-Huntsville.</a:t>
            </a:r>
            <a:endParaRPr sz="3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900">
                <a:latin typeface="Arial"/>
                <a:ea typeface="Arial"/>
                <a:cs typeface="Arial"/>
                <a:sym typeface="Arial"/>
              </a:rPr>
              <a:t>CHART DATA</a:t>
            </a:r>
            <a:endParaRPr b="1" sz="3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>
            <p:ph idx="1" type="body"/>
          </p:nvPr>
        </p:nvSpPr>
        <p:spPr>
          <a:xfrm>
            <a:off x="273600" y="1567550"/>
            <a:ext cx="445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851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900">
                <a:latin typeface="Arial"/>
                <a:ea typeface="Arial"/>
                <a:cs typeface="Arial"/>
                <a:sym typeface="Arial"/>
              </a:rPr>
              <a:t>From the data, there are two different ways we will be evaluating </a:t>
            </a:r>
            <a:r>
              <a:rPr b="1" i="1" lang="en" sz="2900">
                <a:latin typeface="Arial"/>
                <a:ea typeface="Arial"/>
                <a:cs typeface="Arial"/>
                <a:sym typeface="Arial"/>
              </a:rPr>
              <a:t>Student </a:t>
            </a:r>
            <a:r>
              <a:rPr lang="en" sz="2900">
                <a:latin typeface="Arial"/>
                <a:ea typeface="Arial"/>
                <a:cs typeface="Arial"/>
                <a:sym typeface="Arial"/>
              </a:rPr>
              <a:t>Importance and Performance at University of Alabama-Huntsville.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155" name="Google Shape;1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2100" y="1176450"/>
            <a:ext cx="4459501" cy="346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type="title"/>
          </p:nvPr>
        </p:nvSpPr>
        <p:spPr>
          <a:xfrm>
            <a:off x="-7" y="-141105"/>
            <a:ext cx="3039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600">
                <a:latin typeface="Arial"/>
                <a:ea typeface="Arial"/>
                <a:cs typeface="Arial"/>
                <a:sym typeface="Arial"/>
              </a:rPr>
              <a:t>QUADRANTS</a:t>
            </a:r>
            <a:endParaRPr b="1"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8050"/>
            <a:ext cx="8356199" cy="467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/>
          <p:nvPr>
            <p:ph type="title"/>
          </p:nvPr>
        </p:nvSpPr>
        <p:spPr>
          <a:xfrm>
            <a:off x="80025" y="79125"/>
            <a:ext cx="26421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" sz="2700">
                <a:latin typeface="Arial"/>
                <a:ea typeface="Arial"/>
                <a:cs typeface="Arial"/>
                <a:sym typeface="Arial"/>
              </a:rPr>
              <a:t>5-Degree Line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9100"/>
            <a:ext cx="8672525" cy="434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 txBox="1"/>
          <p:nvPr>
            <p:ph idx="1" type="body"/>
          </p:nvPr>
        </p:nvSpPr>
        <p:spPr>
          <a:xfrm>
            <a:off x="588225" y="1450025"/>
            <a:ext cx="3983700" cy="30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 sz="3300">
                <a:latin typeface="Arial"/>
                <a:ea typeface="Arial"/>
                <a:cs typeface="Arial"/>
                <a:sym typeface="Arial"/>
              </a:rPr>
              <a:t>Our focus will be on the</a:t>
            </a:r>
            <a:r>
              <a:rPr b="1" lang="en" sz="3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3300">
                <a:latin typeface="Arial"/>
                <a:ea typeface="Arial"/>
                <a:cs typeface="Arial"/>
                <a:sym typeface="Arial"/>
              </a:rPr>
              <a:t>University</a:t>
            </a:r>
            <a:r>
              <a:rPr b="1" lang="en" sz="3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3300">
                <a:latin typeface="Arial"/>
                <a:ea typeface="Arial"/>
                <a:cs typeface="Arial"/>
                <a:sym typeface="Arial"/>
              </a:rPr>
              <a:t>of</a:t>
            </a:r>
            <a:r>
              <a:rPr i="1" lang="en" sz="3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" sz="3300">
                <a:latin typeface="Arial"/>
                <a:ea typeface="Arial"/>
                <a:cs typeface="Arial"/>
                <a:sym typeface="Arial"/>
              </a:rPr>
              <a:t>Alabama- Huntsville</a:t>
            </a:r>
            <a:r>
              <a:rPr lang="en" sz="3300">
                <a:latin typeface="Arial"/>
                <a:ea typeface="Arial"/>
                <a:cs typeface="Arial"/>
                <a:sym typeface="Arial"/>
              </a:rPr>
              <a:t> Data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9525" y="752375"/>
            <a:ext cx="4532075" cy="37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AREAS DOING GREAT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Arial"/>
              <a:buChar char="●"/>
            </a:pPr>
            <a:r>
              <a:rPr lang="en" sz="4300">
                <a:latin typeface="Arial"/>
                <a:ea typeface="Arial"/>
                <a:cs typeface="Arial"/>
                <a:sym typeface="Arial"/>
              </a:rPr>
              <a:t>Good Location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Arial"/>
              <a:buChar char="●"/>
            </a:pPr>
            <a:r>
              <a:rPr lang="en" sz="4300">
                <a:latin typeface="Arial"/>
                <a:ea typeface="Arial"/>
                <a:cs typeface="Arial"/>
                <a:sym typeface="Arial"/>
              </a:rPr>
              <a:t>Parents Approval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300"/>
              <a:buFont typeface="Arial"/>
              <a:buChar char="●"/>
            </a:pPr>
            <a:r>
              <a:rPr lang="en" sz="4300">
                <a:latin typeface="Arial"/>
                <a:ea typeface="Arial"/>
                <a:cs typeface="Arial"/>
                <a:sym typeface="Arial"/>
              </a:rPr>
              <a:t>Good Social Reputation</a:t>
            </a:r>
            <a:endParaRPr sz="4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AREAS TO IMPROVE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Good academic Reputation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Affordability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Graduates getting good jobs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High Graduation Rate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Has the Major the Student Want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type="title"/>
          </p:nvPr>
        </p:nvSpPr>
        <p:spPr>
          <a:xfrm>
            <a:off x="1297500" y="4348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600">
                <a:latin typeface="Arial"/>
                <a:ea typeface="Arial"/>
                <a:cs typeface="Arial"/>
                <a:sym typeface="Arial"/>
              </a:rPr>
              <a:t>EVERYTHING IN BETWEEN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Right size 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2650" y="1102650"/>
            <a:ext cx="4560852" cy="33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7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793400" y="1149075"/>
            <a:ext cx="48834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In order to Improve, University of Alabama- Huntsville must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" sz="2600">
                <a:latin typeface="Arial"/>
                <a:ea typeface="Arial"/>
                <a:cs typeface="Arial"/>
                <a:sym typeface="Arial"/>
              </a:rPr>
              <a:t>Address Certain area with High Importance and High Performance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5400" y="1964700"/>
            <a:ext cx="2995825" cy="29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1324850" y="928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3300"/>
              <a:t>FINAL RECOMMENDATIONS</a:t>
            </a:r>
            <a:endParaRPr b="1" sz="3300"/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670300" y="1006900"/>
            <a:ext cx="8016000" cy="3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Making tuition affordable to more students. 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scholarships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Assistantships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Grants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Improve number of graduating students.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Offer peer mentorship programs to struggling students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Improve on enrollment by partnering with with different Universities and agents.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Introducing more academic programs.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Improve in their Partnerships to gain good reputation.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partnering with local schools in events.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Getting involved in social events , sporting events and business events around the community.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5100"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5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