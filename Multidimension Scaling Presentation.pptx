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5"/>
  </p:normalViewPr>
  <p:slideViewPr>
    <p:cSldViewPr snapToGrid="0">
      <p:cViewPr varScale="1">
        <p:scale>
          <a:sx n="105" d="100"/>
          <a:sy n="105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9EB0-22FB-9FC2-E8D5-51E4EA695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B4497-D678-6BB0-0A6A-1DEC58824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C25D6-4B14-28BA-3226-D566888B8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1A327-CA0A-6C49-BEEF-B0750C2E0042}" type="datetimeFigureOut">
              <a:rPr lang="en-US" smtClean="0"/>
              <a:t>11/1/23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C0908-0C00-8D9B-BBE3-0877523C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90A75-07AC-8760-9EF8-412EA6285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D18C-361E-B040-9A30-A2E27555B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9E1D0-2052-A347-14B1-D3242F689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44D1F-00F8-5C51-EDCA-F28B91AE4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9FE35-84B7-BA08-CEAE-BCA6ECBF7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1A327-CA0A-6C49-BEEF-B0750C2E0042}" type="datetimeFigureOut">
              <a:rPr lang="en-US" smtClean="0"/>
              <a:t>11/1/23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B4DFC-220A-B297-293A-89E7C332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A6B86-580C-D319-F4A2-E2F78129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D18C-361E-B040-9A30-A2E27555B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0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7DDB-51D0-5387-EA2F-EB3F688C0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170FB-29E0-48A7-953D-0578719F6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AF762-124D-6A61-8247-0C3190F85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1A327-CA0A-6C49-BEEF-B0750C2E0042}" type="datetimeFigureOut">
              <a:rPr lang="en-US" smtClean="0"/>
              <a:t>11/1/23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6643B-1F95-DF26-5BDE-DF07425B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B9C32-E6B9-E56B-AE59-37C84832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D18C-361E-B040-9A30-A2E27555B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29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76E78-51BD-22B8-2FF6-AEC90369D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65EE8-E6EA-8763-5590-3ABC8B8D4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CE7C6-EF5E-7577-E253-8435D4423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A579D-D6B8-E070-6059-1A9E0258D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1A327-CA0A-6C49-BEEF-B0750C2E0042}" type="datetimeFigureOut">
              <a:rPr lang="en-US" smtClean="0"/>
              <a:t>11/1/23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26363-42D8-1E1D-0B32-05300624A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B3C25-DD23-541D-0792-751485ED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D18C-361E-B040-9A30-A2E27555B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32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E7504-65FD-3808-9543-F297A3B59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2EC76-6504-00B0-3A7F-6A382B800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74F5C-8B9D-D5D3-2C8B-D40932C90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34EA2-AD07-0DD0-EF28-CC6065E934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30CC97-0D5C-3DD4-6492-93973ED17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6A3C5C-8908-F625-970E-8EF43D5EE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1A327-CA0A-6C49-BEEF-B0750C2E0042}" type="datetimeFigureOut">
              <a:rPr lang="en-US" smtClean="0"/>
              <a:t>11/1/23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C1CAD-ABE1-966D-6E1A-83DF2294C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86728-D4DC-8B1E-B9B3-A6A52F901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D18C-361E-B040-9A30-A2E27555B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23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2D09-FDE4-8870-E4DD-8D1B33C1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2924C-4894-6C01-DA81-CA79DE1A1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1A327-CA0A-6C49-BEEF-B0750C2E0042}" type="datetimeFigureOut">
              <a:rPr lang="en-US" smtClean="0"/>
              <a:t>11/1/23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961201-5723-2C9F-9CF4-E0D1FE4E2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1636A-F7A5-FCC5-2C93-1527032E3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D18C-361E-B040-9A30-A2E27555B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9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27E94C-DB8A-A81B-A7C2-8CDCCC0F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1A327-CA0A-6C49-BEEF-B0750C2E0042}" type="datetimeFigureOut">
              <a:rPr lang="en-US" smtClean="0"/>
              <a:t>11/1/23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09448-A6AD-F906-3ABA-89D8D57E7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9FB7F-A528-82D2-2B90-B0837AB02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D18C-361E-B040-9A30-A2E27555B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79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A7B65-49AE-28E2-A7AC-AFD8B614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9284F-C60F-D8C4-37FF-344EFABB6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7E66C-C6EC-2A44-3EA0-5835C3CA9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703E3-BEF9-2A7D-63B2-A71405A44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1A327-CA0A-6C49-BEEF-B0750C2E0042}" type="datetimeFigureOut">
              <a:rPr lang="en-US" smtClean="0"/>
              <a:t>11/1/23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4CBB0-47B2-BC23-F4F1-B787EB920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54C99-79B6-B5AA-039B-D68EE1FE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D18C-361E-B040-9A30-A2E27555B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64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6A77D-27BD-FD91-01CA-CC62202B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D8DCEE-AF02-0C06-DF76-46DAA60CD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1D930-ECCB-8ED0-5898-463A656FE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63746-D109-5D35-D98F-557D3208D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1A327-CA0A-6C49-BEEF-B0750C2E0042}" type="datetimeFigureOut">
              <a:rPr lang="en-US" smtClean="0"/>
              <a:t>11/1/23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B0D8E-4AEF-E53B-CA02-C1D4786F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94045-5021-CF50-7405-D66C1296B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D18C-361E-B040-9A30-A2E27555B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71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54672-D1A5-7AB4-472B-EF2B89130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FD3F9-344D-3451-713C-B6021379AD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03C2B-736A-3354-28AA-DB228D7F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1A327-CA0A-6C49-BEEF-B0750C2E0042}" type="datetimeFigureOut">
              <a:rPr lang="en-US" smtClean="0"/>
              <a:t>11/1/23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C0517-7AB9-CFEC-760A-66D6E9AEB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B14A9-ADBF-8D43-41E6-A23ED99F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D18C-361E-B040-9A30-A2E27555B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05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7AEF46-FEF4-C071-6E2A-11E759560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9208A-5357-9329-ECA2-FF014D7A6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B66D9-C7FF-5B8F-0AB4-FD1384145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1A327-CA0A-6C49-BEEF-B0750C2E0042}" type="datetimeFigureOut">
              <a:rPr lang="en-US" smtClean="0"/>
              <a:t>11/1/23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76863-E336-6B7B-93AC-34D14CE3D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9BA61-0C47-DD45-4F93-CB867B9AC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AD18C-361E-B040-9A30-A2E27555B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6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5F29A-2D48-184A-7EE2-EE5750351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6CA62-A7FF-A658-C64D-DCE808517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9649C-CC2A-CE7D-E555-D97BB78F2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1A327-CA0A-6C49-BEEF-B0750C2E0042}" type="datetimeFigureOut">
              <a:rPr lang="en-US" smtClean="0"/>
              <a:t>11/1/23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95580-60DE-9669-F1DE-F59A29615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CD2F8-A418-7B79-FA5E-A3F6A731B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AD18C-361E-B040-9A30-A2E27555B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8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711F299-6146-A0BA-0EC4-4D0B9894D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684" y="346167"/>
            <a:ext cx="1588946" cy="15889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8A8A62-EAF5-C465-D6C5-74F066CF3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52" y="346167"/>
            <a:ext cx="1547944" cy="15479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674C03-BCEA-499A-5FC6-65F49E22F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998" y="346167"/>
            <a:ext cx="2483713" cy="1547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17BE8A-8037-AE44-34B2-8F1FF98C31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7689" y="2639045"/>
            <a:ext cx="1588934" cy="15889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93B56B-77AF-423B-F26A-42468DB47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242" y="4930536"/>
            <a:ext cx="1582664" cy="158266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5A17FC0-D416-4C8B-A9E6-5924D352B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7495" y="2300641"/>
            <a:ext cx="8124506" cy="45573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64A40-9FEA-FC4A-D577-1281A90AB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120" y="2590261"/>
            <a:ext cx="6465287" cy="230936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Multidimensional Scaling</a:t>
            </a:r>
            <a:b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Presentation</a:t>
            </a:r>
            <a:br>
              <a:rPr lang="en-US" sz="41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English Premier League Clubs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F977F-05C4-C687-C89A-897F34632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57256" y="5446617"/>
            <a:ext cx="6465286" cy="523776"/>
          </a:xfrm>
        </p:spPr>
        <p:txBody>
          <a:bodyPr vert="horz" lIns="91440" tIns="45720" rIns="91440" bIns="45720" rtlCol="0">
            <a:noAutofit/>
          </a:bodyPr>
          <a:lstStyle/>
          <a:p>
            <a:pPr algn="r"/>
            <a:r>
              <a:rPr lang="en-US" sz="32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By Misheck Malangano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82DC870-E8E5-4050-B10C-CC24FC67E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2285774"/>
            <a:ext cx="12188952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F76A74F-C283-4DED-BD4D-086753B7CB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571548"/>
            <a:ext cx="4064320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B2791FB-B2F7-4BBE-B8D8-74C37FF9E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4319" y="-680"/>
            <a:ext cx="0" cy="6858003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91B5DE-6811-4844-BB18-472A3F360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20742" y="-680"/>
            <a:ext cx="0" cy="224028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7A9CA3A-7216-41E0-B3CD-058077FD3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46931" y="5336249"/>
            <a:ext cx="5486400" cy="0"/>
          </a:xfrm>
          <a:prstGeom prst="line">
            <a:avLst/>
          </a:prstGeom>
          <a:ln w="15875">
            <a:solidFill>
              <a:srgbClr val="FFFFFF">
                <a:alpha val="7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550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6C13C-8BBF-2F92-63E5-50C6F5D36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Original Data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6D287B-764B-8250-AEF4-B04699E684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4838801"/>
              </p:ext>
            </p:extLst>
          </p:nvPr>
        </p:nvGraphicFramePr>
        <p:xfrm>
          <a:off x="838636" y="2426921"/>
          <a:ext cx="10510130" cy="3648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939">
                  <a:extLst>
                    <a:ext uri="{9D8B030D-6E8A-4147-A177-3AD203B41FA5}">
                      <a16:colId xmlns:a16="http://schemas.microsoft.com/office/drawing/2014/main" val="712156769"/>
                    </a:ext>
                  </a:extLst>
                </a:gridCol>
                <a:gridCol w="878939">
                  <a:extLst>
                    <a:ext uri="{9D8B030D-6E8A-4147-A177-3AD203B41FA5}">
                      <a16:colId xmlns:a16="http://schemas.microsoft.com/office/drawing/2014/main" val="2494026807"/>
                    </a:ext>
                  </a:extLst>
                </a:gridCol>
                <a:gridCol w="1188425">
                  <a:extLst>
                    <a:ext uri="{9D8B030D-6E8A-4147-A177-3AD203B41FA5}">
                      <a16:colId xmlns:a16="http://schemas.microsoft.com/office/drawing/2014/main" val="985450607"/>
                    </a:ext>
                  </a:extLst>
                </a:gridCol>
                <a:gridCol w="1176045">
                  <a:extLst>
                    <a:ext uri="{9D8B030D-6E8A-4147-A177-3AD203B41FA5}">
                      <a16:colId xmlns:a16="http://schemas.microsoft.com/office/drawing/2014/main" val="3263532822"/>
                    </a:ext>
                  </a:extLst>
                </a:gridCol>
                <a:gridCol w="878939">
                  <a:extLst>
                    <a:ext uri="{9D8B030D-6E8A-4147-A177-3AD203B41FA5}">
                      <a16:colId xmlns:a16="http://schemas.microsoft.com/office/drawing/2014/main" val="469531240"/>
                    </a:ext>
                  </a:extLst>
                </a:gridCol>
                <a:gridCol w="1176045">
                  <a:extLst>
                    <a:ext uri="{9D8B030D-6E8A-4147-A177-3AD203B41FA5}">
                      <a16:colId xmlns:a16="http://schemas.microsoft.com/office/drawing/2014/main" val="3671935224"/>
                    </a:ext>
                  </a:extLst>
                </a:gridCol>
                <a:gridCol w="1126528">
                  <a:extLst>
                    <a:ext uri="{9D8B030D-6E8A-4147-A177-3AD203B41FA5}">
                      <a16:colId xmlns:a16="http://schemas.microsoft.com/office/drawing/2014/main" val="1111063543"/>
                    </a:ext>
                  </a:extLst>
                </a:gridCol>
                <a:gridCol w="1237942">
                  <a:extLst>
                    <a:ext uri="{9D8B030D-6E8A-4147-A177-3AD203B41FA5}">
                      <a16:colId xmlns:a16="http://schemas.microsoft.com/office/drawing/2014/main" val="2687509807"/>
                    </a:ext>
                  </a:extLst>
                </a:gridCol>
                <a:gridCol w="1089389">
                  <a:extLst>
                    <a:ext uri="{9D8B030D-6E8A-4147-A177-3AD203B41FA5}">
                      <a16:colId xmlns:a16="http://schemas.microsoft.com/office/drawing/2014/main" val="3054257159"/>
                    </a:ext>
                  </a:extLst>
                </a:gridCol>
                <a:gridCol w="878939">
                  <a:extLst>
                    <a:ext uri="{9D8B030D-6E8A-4147-A177-3AD203B41FA5}">
                      <a16:colId xmlns:a16="http://schemas.microsoft.com/office/drawing/2014/main" val="1489467080"/>
                    </a:ext>
                  </a:extLst>
                </a:gridCol>
              </a:tblGrid>
              <a:tr h="55916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Arsenal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Chelsea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Manchester United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Luton Town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Liverpool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Manchester City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Newcastle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Westham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Fulham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Brentford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extLst>
                  <a:ext uri="{0D108BD9-81ED-4DB2-BD59-A6C34878D82A}">
                    <a16:rowId xmlns:a16="http://schemas.microsoft.com/office/drawing/2014/main" val="3458374739"/>
                  </a:ext>
                </a:extLst>
              </a:tr>
              <a:tr h="27856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extLst>
                  <a:ext uri="{0D108BD9-81ED-4DB2-BD59-A6C34878D82A}">
                    <a16:rowId xmlns:a16="http://schemas.microsoft.com/office/drawing/2014/main" val="3613613813"/>
                  </a:ext>
                </a:extLst>
              </a:tr>
              <a:tr h="27856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extLst>
                  <a:ext uri="{0D108BD9-81ED-4DB2-BD59-A6C34878D82A}">
                    <a16:rowId xmlns:a16="http://schemas.microsoft.com/office/drawing/2014/main" val="2289777556"/>
                  </a:ext>
                </a:extLst>
              </a:tr>
              <a:tr h="27856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extLst>
                  <a:ext uri="{0D108BD9-81ED-4DB2-BD59-A6C34878D82A}">
                    <a16:rowId xmlns:a16="http://schemas.microsoft.com/office/drawing/2014/main" val="3604834805"/>
                  </a:ext>
                </a:extLst>
              </a:tr>
              <a:tr h="27856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extLst>
                  <a:ext uri="{0D108BD9-81ED-4DB2-BD59-A6C34878D82A}">
                    <a16:rowId xmlns:a16="http://schemas.microsoft.com/office/drawing/2014/main" val="1029156062"/>
                  </a:ext>
                </a:extLst>
              </a:tr>
              <a:tr h="27856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10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 dirty="0">
                          <a:effectLst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extLst>
                  <a:ext uri="{0D108BD9-81ED-4DB2-BD59-A6C34878D82A}">
                    <a16:rowId xmlns:a16="http://schemas.microsoft.com/office/drawing/2014/main" val="2796314430"/>
                  </a:ext>
                </a:extLst>
              </a:tr>
              <a:tr h="27856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extLst>
                  <a:ext uri="{0D108BD9-81ED-4DB2-BD59-A6C34878D82A}">
                    <a16:rowId xmlns:a16="http://schemas.microsoft.com/office/drawing/2014/main" val="2935500087"/>
                  </a:ext>
                </a:extLst>
              </a:tr>
              <a:tr h="27856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extLst>
                  <a:ext uri="{0D108BD9-81ED-4DB2-BD59-A6C34878D82A}">
                    <a16:rowId xmlns:a16="http://schemas.microsoft.com/office/drawing/2014/main" val="3511313895"/>
                  </a:ext>
                </a:extLst>
              </a:tr>
              <a:tr h="27856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extLst>
                  <a:ext uri="{0D108BD9-81ED-4DB2-BD59-A6C34878D82A}">
                    <a16:rowId xmlns:a16="http://schemas.microsoft.com/office/drawing/2014/main" val="4217362096"/>
                  </a:ext>
                </a:extLst>
              </a:tr>
              <a:tr h="27856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extLst>
                  <a:ext uri="{0D108BD9-81ED-4DB2-BD59-A6C34878D82A}">
                    <a16:rowId xmlns:a16="http://schemas.microsoft.com/office/drawing/2014/main" val="996605354"/>
                  </a:ext>
                </a:extLst>
              </a:tr>
              <a:tr h="278560"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extLst>
                  <a:ext uri="{0D108BD9-81ED-4DB2-BD59-A6C34878D82A}">
                    <a16:rowId xmlns:a16="http://schemas.microsoft.com/office/drawing/2014/main" val="725047354"/>
                  </a:ext>
                </a:extLst>
              </a:tr>
              <a:tr h="303718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414" marR="12414" marT="12414" marB="0" anchor="b"/>
                </a:tc>
                <a:extLst>
                  <a:ext uri="{0D108BD9-81ED-4DB2-BD59-A6C34878D82A}">
                    <a16:rowId xmlns:a16="http://schemas.microsoft.com/office/drawing/2014/main" val="3150335913"/>
                  </a:ext>
                </a:extLst>
              </a:tr>
            </a:tbl>
          </a:graphicData>
        </a:graphic>
      </p:graphicFrame>
      <p:sp>
        <p:nvSpPr>
          <p:cNvPr id="3" name="Frame 2">
            <a:extLst>
              <a:ext uri="{FF2B5EF4-FFF2-40B4-BE49-F238E27FC236}">
                <a16:creationId xmlns:a16="http://schemas.microsoft.com/office/drawing/2014/main" id="{1232CF3B-3E19-F066-CAE7-90A2BCE35DCB}"/>
              </a:ext>
            </a:extLst>
          </p:cNvPr>
          <p:cNvSpPr/>
          <p:nvPr/>
        </p:nvSpPr>
        <p:spPr>
          <a:xfrm>
            <a:off x="1121663" y="3252216"/>
            <a:ext cx="633985" cy="353568"/>
          </a:xfrm>
          <a:prstGeom prst="frame">
            <a:avLst>
              <a:gd name="adj1" fmla="val 3241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5C3305EA-F20B-1BAC-9485-F6709C6F87AF}"/>
              </a:ext>
            </a:extLst>
          </p:cNvPr>
          <p:cNvSpPr/>
          <p:nvPr/>
        </p:nvSpPr>
        <p:spPr>
          <a:xfrm>
            <a:off x="4471096" y="4118106"/>
            <a:ext cx="589548" cy="288758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941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25598E-ED78-CC89-EE8A-A61C1803F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55122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SELECTIONS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screenshot of a computer&#10;&#10;Description automatically generated">
            <a:extLst>
              <a:ext uri="{FF2B5EF4-FFF2-40B4-BE49-F238E27FC236}">
                <a16:creationId xmlns:a16="http://schemas.microsoft.com/office/drawing/2014/main" id="{28D4389D-57C4-ABC0-2552-31456ABB33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608" y="1614017"/>
            <a:ext cx="4090032" cy="3605784"/>
          </a:xfrm>
          <a:prstGeom prst="rect">
            <a:avLst/>
          </a:prstGeom>
        </p:spPr>
      </p:pic>
      <p:pic>
        <p:nvPicPr>
          <p:cNvPr id="13" name="Content Placeholder 12" descr="A screenshot of a computer&#10;&#10;Description automatically generated">
            <a:extLst>
              <a:ext uri="{FF2B5EF4-FFF2-40B4-BE49-F238E27FC236}">
                <a16:creationId xmlns:a16="http://schemas.microsoft.com/office/drawing/2014/main" id="{B205EDA2-AE51-0A31-5223-14B54F0A26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524414" y="2837207"/>
            <a:ext cx="4536948" cy="360578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0F4C4B4-36B9-8F8E-E00E-278271EE1C8E}"/>
              </a:ext>
            </a:extLst>
          </p:cNvPr>
          <p:cNvCxnSpPr/>
          <p:nvPr/>
        </p:nvCxnSpPr>
        <p:spPr>
          <a:xfrm flipH="1" flipV="1">
            <a:off x="3888180" y="4373479"/>
            <a:ext cx="782052" cy="4211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E4A089-E8A4-B68C-AF64-210F6A848D96}"/>
              </a:ext>
            </a:extLst>
          </p:cNvPr>
          <p:cNvCxnSpPr>
            <a:cxnSpLocks/>
          </p:cNvCxnSpPr>
          <p:nvPr/>
        </p:nvCxnSpPr>
        <p:spPr>
          <a:xfrm flipH="1" flipV="1">
            <a:off x="7475839" y="4792579"/>
            <a:ext cx="173063" cy="8502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2EAF07-9C8A-35CC-A47E-62B4284C44FD}"/>
              </a:ext>
            </a:extLst>
          </p:cNvPr>
          <p:cNvCxnSpPr>
            <a:cxnSpLocks/>
          </p:cNvCxnSpPr>
          <p:nvPr/>
        </p:nvCxnSpPr>
        <p:spPr>
          <a:xfrm flipH="1">
            <a:off x="941858" y="3416909"/>
            <a:ext cx="1143766" cy="3229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0295A544-1DB5-6E8B-412C-918B0382B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664" y="1614017"/>
            <a:ext cx="3518879" cy="4528468"/>
          </a:xfrm>
          <a:prstGeom prst="rect">
            <a:avLst/>
          </a:prstGeom>
        </p:spPr>
      </p:pic>
      <p:sp>
        <p:nvSpPr>
          <p:cNvPr id="16" name="Left Bracket 15">
            <a:extLst>
              <a:ext uri="{FF2B5EF4-FFF2-40B4-BE49-F238E27FC236}">
                <a16:creationId xmlns:a16="http://schemas.microsoft.com/office/drawing/2014/main" id="{701373CA-602E-5602-7114-C63D700DEF81}"/>
              </a:ext>
            </a:extLst>
          </p:cNvPr>
          <p:cNvSpPr/>
          <p:nvPr/>
        </p:nvSpPr>
        <p:spPr>
          <a:xfrm>
            <a:off x="8376718" y="2286000"/>
            <a:ext cx="45719" cy="1292362"/>
          </a:xfrm>
          <a:prstGeom prst="leftBracket">
            <a:avLst/>
          </a:prstGeom>
          <a:ln w="38100"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Bracket 16">
            <a:extLst>
              <a:ext uri="{FF2B5EF4-FFF2-40B4-BE49-F238E27FC236}">
                <a16:creationId xmlns:a16="http://schemas.microsoft.com/office/drawing/2014/main" id="{5EB506A6-581B-B3AE-A5F6-4651260F6DC7}"/>
              </a:ext>
            </a:extLst>
          </p:cNvPr>
          <p:cNvSpPr/>
          <p:nvPr/>
        </p:nvSpPr>
        <p:spPr>
          <a:xfrm>
            <a:off x="8603578" y="2259932"/>
            <a:ext cx="45719" cy="1318430"/>
          </a:xfrm>
          <a:prstGeom prst="rightBracket">
            <a:avLst/>
          </a:prstGeom>
          <a:ln w="38100"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89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BF46D59-213B-B0B9-A514-DD6545D1DD2A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6405753" y="976516"/>
            <a:ext cx="4067175" cy="2433310"/>
          </a:xfrm>
          <a:prstGeom prst="rect">
            <a:avLst/>
          </a:prstGeom>
        </p:spPr>
      </p:pic>
      <p:pic>
        <p:nvPicPr>
          <p:cNvPr id="8" name="Content Placeholder 7" descr="A list of numbers and words&#10;&#10;Description automatically generated with medium confidence">
            <a:extLst>
              <a:ext uri="{FF2B5EF4-FFF2-40B4-BE49-F238E27FC236}">
                <a16:creationId xmlns:a16="http://schemas.microsoft.com/office/drawing/2014/main" id="{C41C5F87-E934-1C36-DA83-8EB05261CDE1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1279930" y="1131174"/>
            <a:ext cx="3433421" cy="2194511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84234E-8AEA-4BD5-9CB0-321FD37EF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020260"/>
              </p:ext>
            </p:extLst>
          </p:nvPr>
        </p:nvGraphicFramePr>
        <p:xfrm>
          <a:off x="1051684" y="3448174"/>
          <a:ext cx="6909690" cy="2433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230">
                  <a:extLst>
                    <a:ext uri="{9D8B030D-6E8A-4147-A177-3AD203B41FA5}">
                      <a16:colId xmlns:a16="http://schemas.microsoft.com/office/drawing/2014/main" val="1419130299"/>
                    </a:ext>
                  </a:extLst>
                </a:gridCol>
                <a:gridCol w="2303230">
                  <a:extLst>
                    <a:ext uri="{9D8B030D-6E8A-4147-A177-3AD203B41FA5}">
                      <a16:colId xmlns:a16="http://schemas.microsoft.com/office/drawing/2014/main" val="3939269086"/>
                    </a:ext>
                  </a:extLst>
                </a:gridCol>
                <a:gridCol w="2303230">
                  <a:extLst>
                    <a:ext uri="{9D8B030D-6E8A-4147-A177-3AD203B41FA5}">
                      <a16:colId xmlns:a16="http://schemas.microsoft.com/office/drawing/2014/main" val="3991225735"/>
                    </a:ext>
                  </a:extLst>
                </a:gridCol>
              </a:tblGrid>
              <a:tr h="888687">
                <a:tc>
                  <a:txBody>
                    <a:bodyPr/>
                    <a:lstStyle/>
                    <a:p>
                      <a:r>
                        <a:rPr lang="en-US" dirty="0"/>
                        <a:t>NUMBER OF 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R-SQUARED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405705"/>
                  </a:ext>
                </a:extLst>
              </a:tr>
              <a:tr h="5148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0.10765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0.97911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169881"/>
                  </a:ext>
                </a:extLst>
              </a:tr>
              <a:tr h="5148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0.10543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0.97086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980661"/>
                  </a:ext>
                </a:extLst>
              </a:tr>
              <a:tr h="51487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0.12760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0.94438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21828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20CA2FD-BC26-3B33-24F8-E2ED06362508}"/>
              </a:ext>
            </a:extLst>
          </p:cNvPr>
          <p:cNvSpPr txBox="1"/>
          <p:nvPr/>
        </p:nvSpPr>
        <p:spPr>
          <a:xfrm>
            <a:off x="8367614" y="4311824"/>
            <a:ext cx="22691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highlight>
                  <a:srgbClr val="FFFF00"/>
                </a:highlight>
              </a:rPr>
              <a:t>As the Dimensions Decreases The Stress Increases because we are trying to explain the Complexity in fewer Dimensions</a:t>
            </a:r>
          </a:p>
        </p:txBody>
      </p:sp>
    </p:spTree>
    <p:extLst>
      <p:ext uri="{BB962C8B-B14F-4D97-AF65-F5344CB8AC3E}">
        <p14:creationId xmlns:p14="http://schemas.microsoft.com/office/powerpoint/2010/main" val="1583796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diagram of a cube&#10;&#10;Description automatically generated">
            <a:extLst>
              <a:ext uri="{FF2B5EF4-FFF2-40B4-BE49-F238E27FC236}">
                <a16:creationId xmlns:a16="http://schemas.microsoft.com/office/drawing/2014/main" id="{21C022FA-21C5-EAA5-D374-23A3CD3C6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7450" y="914400"/>
            <a:ext cx="7186613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898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A2E7C1E-2B5A-4BBA-AE51-1CD8C1930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43DF76B1-5174-4FAF-9D19-FFEE98426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A066EBF6-6EFD-A8CD-9143-FFF8000F97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0715" y="914400"/>
            <a:ext cx="8794370" cy="496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377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203C11-5726-92B8-B2FE-A403201E0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NAMING OF THE AXES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8CC8C4F9-201E-1E4C-26E6-CF5F312C0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4474" y="1928813"/>
            <a:ext cx="8672513" cy="4713350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868C51-46C6-7107-1C66-8BB9C7B97B76}"/>
              </a:ext>
            </a:extLst>
          </p:cNvPr>
          <p:cNvCxnSpPr/>
          <p:nvPr/>
        </p:nvCxnSpPr>
        <p:spPr>
          <a:xfrm>
            <a:off x="6657975" y="3980197"/>
            <a:ext cx="264318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4DC867-00A5-3A51-5CBF-C806849122C5}"/>
              </a:ext>
            </a:extLst>
          </p:cNvPr>
          <p:cNvCxnSpPr/>
          <p:nvPr/>
        </p:nvCxnSpPr>
        <p:spPr>
          <a:xfrm>
            <a:off x="6232358" y="4066674"/>
            <a:ext cx="0" cy="174457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2A15006-08A2-6F7B-36E3-EED9476E0D36}"/>
              </a:ext>
            </a:extLst>
          </p:cNvPr>
          <p:cNvSpPr txBox="1"/>
          <p:nvPr/>
        </p:nvSpPr>
        <p:spPr>
          <a:xfrm>
            <a:off x="8580804" y="4066674"/>
            <a:ext cx="236943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High Spending Clubs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3AF6E5-FCB2-5CA6-B7F9-AD794D9D3119}"/>
              </a:ext>
            </a:extLst>
          </p:cNvPr>
          <p:cNvCxnSpPr/>
          <p:nvPr/>
        </p:nvCxnSpPr>
        <p:spPr>
          <a:xfrm flipV="1">
            <a:off x="6232358" y="2514600"/>
            <a:ext cx="0" cy="121518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B92C66F-A07E-8EB4-16D1-81C155BC664A}"/>
              </a:ext>
            </a:extLst>
          </p:cNvPr>
          <p:cNvSpPr txBox="1"/>
          <p:nvPr/>
        </p:nvSpPr>
        <p:spPr>
          <a:xfrm rot="16200000">
            <a:off x="5753534" y="4615797"/>
            <a:ext cx="1720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Best Football Academy</a:t>
            </a:r>
          </a:p>
        </p:txBody>
      </p:sp>
    </p:spTree>
    <p:extLst>
      <p:ext uri="{BB962C8B-B14F-4D97-AF65-F5344CB8AC3E}">
        <p14:creationId xmlns:p14="http://schemas.microsoft.com/office/powerpoint/2010/main" val="464313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A0C-B6CB-4361-0367-CAE94BAD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9C2C8-AD1F-6D52-0BB7-CBE3FB322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25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128</Words>
  <Application>Microsoft Macintosh PowerPoint</Application>
  <PresentationFormat>Widescreen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Multidimensional Scaling Presentation English Premier League Clubs</vt:lpstr>
      <vt:lpstr>Original Data</vt:lpstr>
      <vt:lpstr>SELECTIONS</vt:lpstr>
      <vt:lpstr>PowerPoint Presentation</vt:lpstr>
      <vt:lpstr>PowerPoint Presentation</vt:lpstr>
      <vt:lpstr>PowerPoint Presentation</vt:lpstr>
      <vt:lpstr>NAMING OF THE AXES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Multidimensional Scaling Presentation</dc:title>
  <dc:creator>Misheck  Malangano</dc:creator>
  <cp:lastModifiedBy>Misheck  Malangano</cp:lastModifiedBy>
  <cp:revision>4</cp:revision>
  <dcterms:created xsi:type="dcterms:W3CDTF">2023-10-30T19:49:17Z</dcterms:created>
  <dcterms:modified xsi:type="dcterms:W3CDTF">2023-11-01T20:05:06Z</dcterms:modified>
</cp:coreProperties>
</file>